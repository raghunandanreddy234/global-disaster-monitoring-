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58" d="100"/>
          <a:sy n="58" d="100"/>
        </p:scale>
        <p:origin x="1520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5466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3175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0496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4813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633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526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814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502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2430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40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8653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944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Organizational Behaviour – Unit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Enhanced Presentation with Key Explanations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 of OB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 studies human behaviour in organisational settings.</a:t>
            </a:r>
          </a:p>
          <a:p>
            <a:r>
              <a:t>It examines how individuals and groups interact within organisations.</a:t>
            </a:r>
          </a:p>
          <a:p>
            <a:r>
              <a:t>Purpose: Improve effectiveness, morale, and productivity.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of OB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Covers personality traits &amp; employee behaviour patterns.</a:t>
            </a:r>
          </a:p>
          <a:p>
            <a:r>
              <a:t>Includes motivation theories and leadership styles.</a:t>
            </a:r>
          </a:p>
          <a:p>
            <a:r>
              <a:t>Studies communication, teamwork, and organisational culture.</a:t>
            </a:r>
          </a:p>
          <a:p>
            <a:r>
              <a:t>Deals with stress, conflict, and change management.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Nature of OB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 is interdisciplinary: psychology, sociology, anthropology.</a:t>
            </a:r>
          </a:p>
          <a:p>
            <a:r>
              <a:t>It is applied science — uses research to solve workplace issues.</a:t>
            </a:r>
          </a:p>
          <a:p>
            <a:r>
              <a:t>Humanistic approach: focuses on people’s needs and behaviour.</a:t>
            </a:r>
          </a:p>
          <a:p>
            <a:r>
              <a:t>Systems approach: organisation seen as interrelated parts.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Levels of OB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Individual level: study of perception, values, learning, motivation.</a:t>
            </a:r>
          </a:p>
          <a:p>
            <a:r>
              <a:t>Group level: group formation, leadership, team functioning.</a:t>
            </a:r>
          </a:p>
          <a:p>
            <a:r>
              <a:t>Organisational level: culture, structure, organisational change.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Functions of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Planning: setting goals and deciding future actions.</a:t>
            </a:r>
          </a:p>
          <a:p>
            <a:r>
              <a:t>Organising: assigning tasks and establishing structure.</a:t>
            </a:r>
          </a:p>
          <a:p>
            <a:r>
              <a:t>Staffing: recruitment, selection, training of employees.</a:t>
            </a:r>
          </a:p>
          <a:p>
            <a:r>
              <a:t>Directing: supervising, motivating, and leading employees.</a:t>
            </a:r>
          </a:p>
          <a:p>
            <a:r>
              <a:t>Controlling: monitoring performance and correcting deviations.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Scientific Management – Taylor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Emphasised scientific study of tasks to improve efficiency.</a:t>
            </a:r>
          </a:p>
          <a:p>
            <a:r>
              <a:t>Suggested replacing rule-of-thumb with research and standards.</a:t>
            </a:r>
          </a:p>
          <a:p>
            <a:r>
              <a:t>Focused on cooperation, harmony, and worker development.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Fayol’s Principles (Summary)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Unity of command avoids confusion in reporting.</a:t>
            </a:r>
          </a:p>
          <a:p>
            <a:r>
              <a:t>Division of work improves speed and accuracy.</a:t>
            </a:r>
          </a:p>
          <a:p>
            <a:r>
              <a:t>Equity and stability create a strong workforce.</a:t>
            </a:r>
          </a:p>
          <a:p>
            <a:r>
              <a:t>Centralisation depends on situation and organisational needs.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Hawthorne 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Showed employees perform better when given attention.</a:t>
            </a:r>
          </a:p>
          <a:p>
            <a:r>
              <a:t>Highlighted importance of social &amp; psychological factors.</a:t>
            </a:r>
          </a:p>
          <a:p>
            <a:r>
              <a:t>Found informal groups influence worker behaviour.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Management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Classical: structure, discipline, efficiency.</a:t>
            </a:r>
          </a:p>
          <a:p>
            <a:r>
              <a:t>Human Relations: motivation, teamwork, employee welfare.</a:t>
            </a:r>
          </a:p>
          <a:p>
            <a:r>
              <a:t>Systems: organisation as interdependent subsystems.</a:t>
            </a:r>
          </a:p>
          <a:p>
            <a:r>
              <a:t>Contingency: no single best way; depends on situation.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Peter Drucker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Introduced Management by Objectives (MBO).</a:t>
            </a:r>
          </a:p>
          <a:p>
            <a:r>
              <a:t>Recognised knowledge workers as key organisational assets.</a:t>
            </a:r>
          </a:p>
          <a:p>
            <a:r>
              <a:t>Promoted decentralisation to improve decision-making speed.</a:t>
            </a:r>
          </a:p>
          <a:p>
            <a:r>
              <a:t>Focused on innovation and entrepreneurship.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</TotalTime>
  <Words>369</Words>
  <Application>Microsoft Office PowerPoint</Application>
  <PresentationFormat>On-screen Show (4:3)</PresentationFormat>
  <Paragraphs>49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Gill Sans MT</vt:lpstr>
      <vt:lpstr>Gallery</vt:lpstr>
      <vt:lpstr>Organizational Behaviour – Unit 1</vt:lpstr>
      <vt:lpstr>Definition of OB</vt:lpstr>
      <vt:lpstr>Scope of OB</vt:lpstr>
      <vt:lpstr>Nature of OB</vt:lpstr>
      <vt:lpstr>Levels of OB</vt:lpstr>
      <vt:lpstr>Functions of Management</vt:lpstr>
      <vt:lpstr>Scientific Management – Taylor</vt:lpstr>
      <vt:lpstr>Fayol’s Principles (Summary)</vt:lpstr>
      <vt:lpstr>Hawthorne Experiments</vt:lpstr>
      <vt:lpstr>Management Approaches</vt:lpstr>
      <vt:lpstr>Peter Drucker Contributions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Raghunandanreddy Pothareddy</dc:creator>
  <cp:keywords/>
  <dc:description>generated using python-pptx</dc:description>
  <cp:lastModifiedBy>Raghunandanreddy Pothareddy</cp:lastModifiedBy>
  <cp:revision>2</cp:revision>
  <dcterms:created xsi:type="dcterms:W3CDTF">2013-01-27T09:14:16Z</dcterms:created>
  <dcterms:modified xsi:type="dcterms:W3CDTF">2025-11-20T09:07:11Z</dcterms:modified>
  <cp:category/>
</cp:coreProperties>
</file>